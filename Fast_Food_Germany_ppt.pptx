
<file path=[Content_Types].xml><?xml version="1.0" encoding="utf-8"?>
<Types xmlns="http://schemas.openxmlformats.org/package/2006/content-types">
  <Default Extension="jpeg" ContentType="image/jpeg"/>
  <Default Extension="m0ks4-O7QSgBcrlUlUyNDwHaHa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55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simple: Germany has almost 42,000 fast food places. I wanted to see where they are and why some places have more than others. Remember to put your name and course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 questions out loud. Then explain in one line why dividing by population matters: a big city will always have more of everything, so counts alone are not a fair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I only have population numbers for the 81 biggest cities. The small towns are in the data but they have no population to divide 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big Berlin box. Then say the important part: this chart mostly tells us where a lot of people live, not where fast food is popular. That is why the next charts use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here. The chart is titled per 100,000 people but the order is the same as the population order of the states, which is a warning sign. I explain the reason on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(Blank) point on the left is almost 37,000 restaurants. It looks like an error but it is not. The next slide explains what it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surprise here is that big cities are not more fast food heavy per person. They just have more people. Say that a result of no difference is still a real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best finding in the project and it was not even one of my questions. Say it simply: the chain ranking is interesting, but chains are only a small slice of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m0ks4-O7QSgBcrlUlUyNDwHaHa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8C6DDB-A63E-C6B0-21EB-F1040003B0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91" b="2942"/>
          <a:stretch>
            <a:fillRect/>
          </a:stretch>
        </p:blipFill>
        <p:spPr>
          <a:xfrm>
            <a:off x="0" y="0"/>
            <a:ext cx="12273280" cy="6705600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1FD09199-8DB0-7FBC-4B2A-CF7429A616E4}"/>
              </a:ext>
            </a:extLst>
          </p:cNvPr>
          <p:cNvSpPr txBox="1"/>
          <p:nvPr/>
        </p:nvSpPr>
        <p:spPr>
          <a:xfrm>
            <a:off x="-599439" y="5773096"/>
            <a:ext cx="8959326" cy="932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Name: Deepika Mudireddy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Course: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0387" y="489852"/>
            <a:ext cx="4803881" cy="5353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INTRODUCTION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536E43-B24D-E2DC-A5C9-A5C4BEB8E867}"/>
              </a:ext>
            </a:extLst>
          </p:cNvPr>
          <p:cNvSpPr txBox="1"/>
          <p:nvPr/>
        </p:nvSpPr>
        <p:spPr>
          <a:xfrm>
            <a:off x="213361" y="1025158"/>
            <a:ext cx="5596890" cy="52137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ermany has around 42,000 fast-food restaurants, so they are quite common across the country.</a:t>
            </a:r>
          </a:p>
          <a:p>
            <a:pPr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wanted to see where these restaurants are mainly located.</a:t>
            </a:r>
          </a:p>
          <a:p>
            <a:pPr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looked at different cities, states, and fast-food chains.</a:t>
            </a:r>
          </a:p>
          <a:p>
            <a:pPr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used population data to make the comparisons between places more meaningful.</a:t>
            </a:r>
          </a:p>
          <a:p>
            <a:pPr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was taken from OpenStreetMap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Power BI.</a:t>
            </a:r>
          </a:p>
          <a:p>
            <a:pPr lvl="0" algn="just">
              <a:lnSpc>
                <a:spcPct val="90000"/>
              </a:lnSpc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terms, my main goal was to understand where fast-food restaurants are located in Germany and what patterns we can see in the data</a:t>
            </a:r>
          </a:p>
        </p:txBody>
      </p:sp>
      <p:pic>
        <p:nvPicPr>
          <p:cNvPr id="30" name="Picture 29" descr="Burgers and milkshakes">
            <a:extLst>
              <a:ext uri="{FF2B5EF4-FFF2-40B4-BE49-F238E27FC236}">
                <a16:creationId xmlns:a16="http://schemas.microsoft.com/office/drawing/2014/main" id="{EC75A442-76F9-868B-4144-DC64FF94C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41" r="7197"/>
          <a:stretch>
            <a:fillRect/>
          </a:stretch>
        </p:blipFill>
        <p:spPr>
          <a:xfrm>
            <a:off x="6096001" y="1236051"/>
            <a:ext cx="5319062" cy="431081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03504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Where my data comes from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23060"/>
            <a:ext cx="2904744" cy="1897380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41,952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7784" y="1600200"/>
            <a:ext cx="3085961" cy="2020455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42104" y="182880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4,689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42104" y="24505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and cities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5488" y="1600200"/>
            <a:ext cx="3085961" cy="2020455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/>
        </p:spPr>
        <p:txBody>
          <a:bodyPr/>
          <a:lstStyle/>
          <a:p>
            <a:pPr algn="just"/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8369808" y="182880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24505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with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720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data: fixed city names, matched postcodes to the right state, marked chains and independents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0235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population of each state and of the 81 biggest cities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669280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6509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charts and measures in Power BI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OpenStreetMap (amenity = fast_food) and Destatis population tables.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which have the most restaurants</a:t>
            </a:r>
            <a:endParaRPr lang="en-US" sz="3000" dirty="0"/>
          </a:p>
        </p:txBody>
      </p:sp>
      <p:pic>
        <p:nvPicPr>
          <p:cNvPr id="4" name="Image 0" descr="/home/claude/crops/../crops2/treem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71591"/>
            <a:ext cx="6977097" cy="368737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163783"/>
            <a:ext cx="3730752" cy="5015344"/>
          </a:xfrm>
          <a:prstGeom prst="roundRect">
            <a:avLst>
              <a:gd name="adj" fmla="val 1471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9244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17164" y="1803863"/>
            <a:ext cx="3275676" cy="381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Berlin has the most restaurants, with 2,807.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Hamburg comes next with 1,157, followed by München with 813.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top 10 cities account for around 20% of all fast-food restaurants in Germany.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However, these are also some of Germany’s biggest cities, so the results are closely linked to city size.</a:t>
            </a:r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chart: "Fast Food Restaurants by City".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crops/../crops2/stat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37" y="1463040"/>
            <a:ext cx="6112099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48945" y="1243584"/>
            <a:ext cx="4399927" cy="4741580"/>
          </a:xfrm>
          <a:prstGeom prst="roundRect">
            <a:avLst>
              <a:gd name="adj" fmla="val 1471"/>
            </a:avLst>
          </a:prstGeom>
          <a:solidFill>
            <a:srgbClr val="F4F5F8"/>
          </a:solidFill>
          <a:ln/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North Rhine-Westphalia has the most, with 9,011 restaurants.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Bavaria comes next with 5,249, followed by Baden-Württemberg with 5,026.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Lower Saxony has 3,717 restaurants, while Bremen has the fewest with 543.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Bremen has fewer restaurants partly because it is the smallest state.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There are also 25 restaurants with no state information, so these should be removed from the analysis.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chart: "Total Restaurants by State". Title changed, but the numbers are still the broken measure — see slide 10.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3E8B8-671A-52B8-5D02-0D46B3890A82}"/>
              </a:ext>
            </a:extLst>
          </p:cNvPr>
          <p:cNvSpPr txBox="1"/>
          <p:nvPr/>
        </p:nvSpPr>
        <p:spPr>
          <a:xfrm>
            <a:off x="640080" y="535709"/>
            <a:ext cx="8503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 Food Distribution Across German States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crops/../crops2/chain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1607127"/>
            <a:ext cx="6908035" cy="37461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831273"/>
            <a:ext cx="3875116" cy="5551054"/>
          </a:xfrm>
          <a:prstGeom prst="roundRect">
            <a:avLst>
              <a:gd name="adj" fmla="val 1471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chart: "Fast Food Chains by Number of Locations". Still includes every small brand plus (Blank) — worth filtering to the top 8.</a:t>
            </a:r>
            <a:endParaRPr lang="en-US" sz="10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195030F-5996-A97C-F2DB-C9C540BB25EC}"/>
              </a:ext>
            </a:extLst>
          </p:cNvPr>
          <p:cNvSpPr txBox="1"/>
          <p:nvPr/>
        </p:nvSpPr>
        <p:spPr>
          <a:xfrm>
            <a:off x="7915564" y="1607127"/>
            <a:ext cx="3377276" cy="403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is the biggest chain with 1,380 locations.</a:t>
            </a:r>
            <a:endParaRPr lang="en-US" sz="16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King has 760 and Subway has 656.</a:t>
            </a:r>
            <a:endParaRPr lang="en-US" sz="16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top three the numbers drop fast. No other chain reaches 350.</a:t>
            </a:r>
            <a:endParaRPr lang="en-US" sz="16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 bar on the left marked (Blank) is all the restaurants with no chain name</a:t>
            </a: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EB50D-1E32-BE58-A552-B3CE9EA4DC3A}"/>
              </a:ext>
            </a:extLst>
          </p:cNvPr>
          <p:cNvSpPr txBox="1"/>
          <p:nvPr/>
        </p:nvSpPr>
        <p:spPr>
          <a:xfrm>
            <a:off x="498764" y="387927"/>
            <a:ext cx="86452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 Food Chains in Germany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03504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cities  v/s small towns</a:t>
            </a:r>
            <a:endParaRPr lang="en-US" sz="3000" dirty="0"/>
          </a:p>
        </p:txBody>
      </p:sp>
      <p:pic>
        <p:nvPicPr>
          <p:cNvPr id="4" name="Image 0" descr="/home/claude/crops/../crops2/bigsmal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214"/>
            <a:ext cx="6358993" cy="32610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1382" y="1600200"/>
            <a:ext cx="4187490" cy="4070927"/>
          </a:xfrm>
          <a:prstGeom prst="roundRect">
            <a:avLst>
              <a:gd name="adj" fmla="val 1471"/>
            </a:avLst>
          </a:prstGeom>
          <a:solidFill>
            <a:srgbClr val="F4F5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675418" y="2258568"/>
            <a:ext cx="361742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Big cities clearly have more restaurants overall.</a:t>
            </a:r>
          </a:p>
          <a:p>
            <a:pPr lvl="0" algn="just"/>
            <a:r>
              <a:rPr lang="en-US" sz="2000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per-person result may be inaccurate because the population data needs to be mapped correctly, so I did not use it as a final result.</a:t>
            </a:r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tables: "Three Largest Cities" and "Three Smallest Towns". Per 100k column still not correct — see slide 10.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024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German fast food is not a chain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5,104 of the 41,952 restaurants belong to a chain. The other 36,848 are small independent shops. That is the big (Blank) bar from the last chart.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2E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944368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independent shops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67784" y="274320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2E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50664" y="2944368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50664" y="3657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places sell kebab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5488" y="2743200"/>
            <a:ext cx="3453384" cy="1554480"/>
          </a:xfrm>
          <a:prstGeom prst="roundRect">
            <a:avLst>
              <a:gd name="adj" fmla="val 3529"/>
            </a:avLst>
          </a:prstGeom>
          <a:solidFill>
            <a:srgbClr val="2E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78368" y="2944368"/>
            <a:ext cx="3087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78368" y="3657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burgers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Kebab is the most common type of fast food in Germany, almost twice as common as burgers. So the typical German fast food place is not a McDonald's. It is a döner shop on the corner.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B82673-3237-58B1-C0B8-FC83F392F64F}"/>
              </a:ext>
            </a:extLst>
          </p:cNvPr>
          <p:cNvSpPr txBox="1"/>
          <p:nvPr/>
        </p:nvSpPr>
        <p:spPr>
          <a:xfrm>
            <a:off x="1034473" y="1736436"/>
            <a:ext cx="81095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Big cities have more restaurants overall.</a:t>
            </a:r>
          </a:p>
          <a:p>
            <a:pPr lvl="0" algn="just"/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Restaurant numbers are different from city to city.</a:t>
            </a:r>
          </a:p>
          <a:p>
            <a:pPr lvl="0" algn="just"/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City size seems to have an impact on restaurant availability.</a:t>
            </a:r>
          </a:p>
          <a:p>
            <a:pPr lvl="0" algn="just"/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per-person results need better population mapping before we can rely on them.</a:t>
            </a:r>
          </a:p>
          <a:p>
            <a:pPr lvl="0" algn="just"/>
            <a:endParaRPr lang="en-US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Overall, the data gives us a clear picture of restaurant distribution across cities.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4A4E7-DB67-676E-3A28-5F0A4DE8F3B0}"/>
              </a:ext>
            </a:extLst>
          </p:cNvPr>
          <p:cNvSpPr txBox="1"/>
          <p:nvPr/>
        </p:nvSpPr>
        <p:spPr>
          <a:xfrm>
            <a:off x="794327" y="609601"/>
            <a:ext cx="321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CONCLUTION</a:t>
            </a:r>
          </a:p>
        </p:txBody>
      </p:sp>
    </p:spTree>
    <p:extLst>
      <p:ext uri="{BB962C8B-B14F-4D97-AF65-F5344CB8AC3E}">
        <p14:creationId xmlns:p14="http://schemas.microsoft.com/office/powerpoint/2010/main" val="367467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D2BD6-A8EA-E2AC-A051-820BB169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138914"/>
            <a:ext cx="6924675" cy="448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7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961</Words>
  <Application>Microsoft Office PowerPoint</Application>
  <PresentationFormat>Widescreen</PresentationFormat>
  <Paragraphs>97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Deepika Mudireddy</cp:lastModifiedBy>
  <cp:revision>3</cp:revision>
  <dcterms:created xsi:type="dcterms:W3CDTF">2026-09-17T19:09:53Z</dcterms:created>
  <dcterms:modified xsi:type="dcterms:W3CDTF">2026-09-17T20:15:13Z</dcterms:modified>
</cp:coreProperties>
</file>